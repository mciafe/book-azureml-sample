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/>
  <ns0:sldSz cx="12191695" cy="6858000" type="screen4x3"/>
  <ns0:notesSz cx="6858000" cy="9144000"/>
  <ns0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interSettings" Target="printerSettings/printerSettings1.bin" /><ns0:Relationship Id="rId3" Type="http://schemas.openxmlformats.org/officeDocument/2006/relationships/presProps" Target="presProps.xml" /><ns0:Relationship Id="rId4" Type="http://schemas.openxmlformats.org/officeDocument/2006/relationships/viewProps" Target="viewProps.xml" /><ns0:Relationship Id="rId5" Type="http://schemas.openxmlformats.org/officeDocument/2006/relationships/theme" Target="theme/theme1.xml" /><ns0:Relationship Id="rId6" Type="http://schemas.openxmlformats.org/officeDocument/2006/relationships/tableStyles" Target="tableStyles.xml" /></ns0: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