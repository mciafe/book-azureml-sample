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/>
  <ns0:sldSz cx="12191695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